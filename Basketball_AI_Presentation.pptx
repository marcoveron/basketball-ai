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project is an AI system that turns ordinary amateur basketball footage into</a:t>
            </a:r>
          </a:p>
          <a:p>
            <a:r>
              <a:t>the kind of structured analytics that, until now, only professional teams could afford.</a:t>
            </a:r>
          </a:p>
          <a:p>
            <a:r>
              <a:t>Our test case is the final of a Taiwan 3x3 tournament — a single 720p broadcast clip, no</a:t>
            </a:r>
          </a:p>
          <a:p>
            <a:r>
              <a:t>sensors, no manual tagging. Everything you'll see was produced automatically from that one</a:t>
            </a:r>
          </a:p>
          <a:p>
            <a:r>
              <a:t>video file. I'll walk through the problem, how the system works, the results, and — just as</a:t>
            </a:r>
          </a:p>
          <a:p>
            <a:r>
              <a:t>importantly — where we were honest about what this footage can and can't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gap. A professional team walks off the court with shot charts, efficiency</a:t>
            </a:r>
          </a:p>
          <a:p>
            <a:r>
              <a:t>numbers and tracking data. An amateur team walks off with the score on a phone photo.</a:t>
            </a:r>
          </a:p>
          <a:p>
            <a:r>
              <a:t>But all of that information is already present in the footage — every shot and every</a:t>
            </a:r>
          </a:p>
          <a:p>
            <a:r>
              <a:t>movement is there in the pixels. The only thing missing is something to extract it</a:t>
            </a:r>
          </a:p>
          <a:p>
            <a:r>
              <a:t>automatically. Manual video tagging exists, but it's slow and expensive and nobody does it</a:t>
            </a:r>
          </a:p>
          <a:p>
            <a:r>
              <a:t>for a Tuesday-night pickup game. Our goal, on the right: take one raw video in, and give</a:t>
            </a:r>
          </a:p>
          <a:p>
            <a:r>
              <a:t>back professional-grade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answer is a single pipeline. You feed it a raw mp4 and it runs four stages end to end.</a:t>
            </a:r>
          </a:p>
          <a:p>
            <a:r>
              <a:t>First, detection: a trained model finds the ball, the basket and every player in every</a:t>
            </a:r>
          </a:p>
          <a:p>
            <a:r>
              <a:t>frame. Second, identity: we read jersey numbers with OCR and track each player across the</a:t>
            </a:r>
          </a:p>
          <a:p>
            <a:r>
              <a:t>game. Third — and this is the clever part I'll come back to — we read the scoreboard itself</a:t>
            </a:r>
          </a:p>
          <a:p>
            <a:r>
              <a:t>to recover every made shot. And fourth, output: it assembles a dashboard, player cards, a</a:t>
            </a:r>
          </a:p>
          <a:p>
            <a:r>
              <a:t>shot-distribution map and automatically cut highlight clips. No human in the loop after you</a:t>
            </a:r>
          </a:p>
          <a:p>
            <a:r>
              <a:t>press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Architecturally the system is four layers, each building on the one below. Layer one is</a:t>
            </a:r>
          </a:p>
          <a:p>
            <a:r>
              <a:t>court modeling and detection — finding the hoop and the players and setting up a spatial</a:t>
            </a:r>
          </a:p>
          <a:p>
            <a:r>
              <a:t>frame of reference. Layer two is identity — who is who — driven mainly by reading jersey</a:t>
            </a:r>
          </a:p>
          <a:p>
            <a:r>
              <a:t>numbers, with face recognition as a backup. Layer three is behavior recognition — turning</a:t>
            </a:r>
          </a:p>
          <a:p>
            <a:r>
              <a:t>raw positions into basketball events: shots and rebounds. And layer four is output — the</a:t>
            </a:r>
          </a:p>
          <a:p>
            <a:r>
              <a:t>heat maps, growth curves, highlight clips and dashboard that a player actually sees. This</a:t>
            </a:r>
          </a:p>
          <a:p>
            <a:r>
              <a:t>mirrors the original product spec one-to-one.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look under the hood for the technical audience. Detection uses a YOLO model we</a:t>
            </a:r>
          </a:p>
          <a:p>
            <a:r>
              <a:t>trained on labelled basketball data, with three classes — ball, basket and person — run on</a:t>
            </a:r>
          </a:p>
          <a:p>
            <a:r>
              <a:t>the full-resolution frames. A scene filter throws away replays and close-ups and keeps the</a:t>
            </a:r>
          </a:p>
          <a:p>
            <a:r>
              <a:t>roughly eighty percent of frames coming from the main game camera. Both the jersey numbers</a:t>
            </a:r>
          </a:p>
          <a:p>
            <a:r>
              <a:t>and the scoreboard are read with PaddleOCR on the GPU, using tight per-region crops because</a:t>
            </a:r>
          </a:p>
          <a:p>
            <a:r>
              <a:t>the numbers are tiny. And the highlights are cut and captioned with ffmpeg. Off-the-shelf</a:t>
            </a:r>
          </a:p>
          <a:p>
            <a:r>
              <a:t>components, but the way they're wired together is what makes it work on messy amateur</a:t>
            </a:r>
          </a:p>
          <a:p>
            <a:r>
              <a:t>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idea I'm most proud of. The obvious way to detect a made shot is to track the</a:t>
            </a:r>
          </a:p>
          <a:p>
            <a:r>
              <a:t>ball into the hoop — but on this footage the ball track is noisy, players occlude it, and</a:t>
            </a:r>
          </a:p>
          <a:p>
            <a:r>
              <a:t>circular ad logos cause false positives. So we flipped the problem. In 3x3 basketball the</a:t>
            </a:r>
          </a:p>
          <a:p>
            <a:r>
              <a:t>scoreboard encodes every make for us: a plus-one is a basket from inside the arc, a plus-two</a:t>
            </a:r>
          </a:p>
          <a:p>
            <a:r>
              <a:t>is from outside, and it changes at the exact moment of the score. So we just read the</a:t>
            </a:r>
          </a:p>
          <a:p>
            <a:r>
              <a:t>scoreboard twice a second and reconstruct the game. The result on the right: twelve made</a:t>
            </a:r>
          </a:p>
          <a:p>
            <a:r>
              <a:t>shots, nine ones and three twos, and crucially it reconciles exactly to the final score of</a:t>
            </a:r>
          </a:p>
          <a:p>
            <a:r>
              <a:t>eleven-ten. When your reconstruction matches the official score perfectly, you know your</a:t>
            </a:r>
          </a:p>
          <a:p>
            <a:r>
              <a:t>shot data is solid. The three-three is the score that was already on the board when the clip</a:t>
            </a:r>
          </a:p>
          <a:p>
            <a:r>
              <a:t>starts, forty seconds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results, all generated from that one video. This is the game flow — the score of</a:t>
            </a:r>
          </a:p>
          <a:p>
            <a:r>
              <a:t>both teams over time, rebuilt entirely from reading the scoreboard. Each dot is a made shot,</a:t>
            </a:r>
          </a:p>
          <a:p>
            <a:r>
              <a:t>with the big dots being two-pointers. You can read the whole story of the game off this</a:t>
            </a:r>
          </a:p>
          <a:p>
            <a:r>
              <a:t>chart: who led, the runs, the close finish at eleven-ten. A coach or player gets this</a:t>
            </a:r>
          </a:p>
          <a:p>
            <a:r>
              <a:t>automatically, with no tagging.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flagship deliverable from the product spec: the shot-distribution map. Each</a:t>
            </a:r>
          </a:p>
          <a:p>
            <a:r>
              <a:t>marker is a made shot on a 3x3 half-court, coloured by team and labelled by value. I want to</a:t>
            </a:r>
          </a:p>
          <a:p>
            <a:r>
              <a:t>be precise about what's real here, because it matters. The zone — inside versus outside the</a:t>
            </a:r>
          </a:p>
          <a:p>
            <a:r>
              <a:t>arc — is real, exact data: it comes directly from whether the scoreboard ticked up by one or</a:t>
            </a:r>
          </a:p>
          <a:p>
            <a:r>
              <a:t>two. The exact spot within a zone is illustrative, because the broadcast camera constantly</a:t>
            </a:r>
          </a:p>
          <a:p>
            <a:r>
              <a:t>pans and zooms, so we can't recover true court coordinates. Rather than invent fake precise</a:t>
            </a:r>
          </a:p>
          <a:p>
            <a:r>
              <a:t>positions, we show the fidelity the footage actually supports and we say so on the slide.</a:t>
            </a:r>
          </a:p>
          <a:p>
            <a:r>
              <a:t>That honesty is a feature, not an apology.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shot data, turned into team insight. Home scored on seven makes for eight points;</a:t>
            </a:r>
          </a:p>
          <a:p>
            <a:r>
              <a:t>Away on five makes for seven points. But look at the shot mix: forty percent of Away's</a:t>
            </a:r>
          </a:p>
          <a:p>
            <a:r>
              <a:t>makes were two-pointers, versus only fourteen percent for Home. That's a genuine,</a:t>
            </a:r>
          </a:p>
          <a:p>
            <a:r>
              <a:t>data-backed difference in strategy — Away leaned on the outside shot. This is exactly the</a:t>
            </a:r>
          </a:p>
          <a:p>
            <a:r>
              <a:t>kind of insight amateur teams never normally get. One note for clarity: these are the points</a:t>
            </a:r>
          </a:p>
          <a:p>
            <a:r>
              <a:t>scored inside the footage; the eleven-ten final adds the three-three that was already on the</a:t>
            </a:r>
          </a:p>
          <a:p>
            <a:r>
              <a:t>board when the clip began.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Identity. For each strongly-seen player the system builds a card: a real thumbnail cropped</a:t>
            </a:r>
          </a:p>
          <a:p>
            <a:r>
              <a:t>from the video, the jersey number, a confidence tag, and the court-presence stats we can</a:t>
            </a:r>
          </a:p>
          <a:p>
            <a:r>
              <a:t>attribute reliably — how long they were tracked, how many times we read their number, and so</a:t>
            </a:r>
          </a:p>
          <a:p>
            <a:r>
              <a:t>on. In the live dashboard these cards are interactive: you click a player to reveal their</a:t>
            </a:r>
          </a:p>
          <a:p>
            <a:r>
              <a:t>stats, rather than dumping everything at once. It feels like a modern sports app, and it's</a:t>
            </a:r>
          </a:p>
          <a:p>
            <a:r>
              <a:t>all driven by the OCR and tracking under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we know the exact clock time of every made shot, we can auto-edit. The system cuts</a:t>
            </a:r>
          </a:p>
          <a:p>
            <a:r>
              <a:t>one highlight clip per make — six seconds before to three after — burns in a team-coloured</a:t>
            </a:r>
          </a:p>
          <a:p>
            <a:r>
              <a:t>caption, and stitches them into a full-game reel. Twelve clips, one reel, no human editor.</a:t>
            </a:r>
          </a:p>
          <a:p>
            <a:r>
              <a:t>The data itself decides where every clip begins and ends. This is the kind of shareable</a:t>
            </a:r>
          </a:p>
          <a:p>
            <a:r>
              <a:t>content that gets players to actually come back and use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spend a moment here because this slide is what separates a demo from real</a:t>
            </a:r>
          </a:p>
          <a:p>
            <a:r>
              <a:t>engineering. We were rigorous about what the footage does NOT support. We cannot give</a:t>
            </a:r>
          </a:p>
          <a:p>
            <a:r>
              <a:t>pin-point court coordinates or a true heat map, because the camera never holds still. We</a:t>
            </a:r>
          </a:p>
          <a:p>
            <a:r>
              <a:t>cannot reliably attribute each individual shot to a specific player — we tested it, and it</a:t>
            </a:r>
          </a:p>
          <a:p>
            <a:r>
              <a:t>failed often enough that shipping it would be dishonest. The jersey numbers themselves are</a:t>
            </a:r>
          </a:p>
          <a:p>
            <a:r>
              <a:t>only about twenty pixels tall, so they're approximate. And we can't compute shooting</a:t>
            </a:r>
          </a:p>
          <a:p>
            <a:r>
              <a:t>percentages because we don't detect misses. Rather than fake any of this, we report what's</a:t>
            </a:r>
          </a:p>
          <a:p>
            <a:r>
              <a:t>solid and clearly label what's illustrative. A system that knows its own limits is one you</a:t>
            </a:r>
          </a:p>
          <a:p>
            <a:r>
              <a:t>can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what's next, and what would unlock the rest of the product spec? Two separate things, and</a:t>
            </a:r>
          </a:p>
          <a:p>
            <a:r>
              <a:t>it's important not to conflate them. One: a higher-resolution source fixes the jersey</a:t>
            </a:r>
          </a:p>
          <a:p>
            <a:r>
              <a:t>numbers — that's purely an identity problem. Two: a fixed, calibrated court camera — one that</a:t>
            </a:r>
          </a:p>
          <a:p>
            <a:r>
              <a:t>doesn't pan or zoom — unlocks true shot positions, heat maps and per-player attribution.</a:t>
            </a:r>
          </a:p>
          <a:p>
            <a:r>
              <a:t>That's a geometry problem. Resolution alone does not solve the court-space metrics; you need</a:t>
            </a:r>
          </a:p>
          <a:p>
            <a:r>
              <a:t>the stable camera too. With those two inputs, the full set of spec metrics opens up:</a:t>
            </a:r>
          </a:p>
          <a:p>
            <a:r>
              <a:t>effective field-goal percentage, rebound control rate, catch-and-shoot versus off-the-dribble,</a:t>
            </a:r>
          </a:p>
          <a:p>
            <a:r>
              <a:t>growth curves across games. And the key point — the software is already built to produce</a:t>
            </a:r>
          </a:p>
          <a:p>
            <a:r>
              <a:t>these. We're gated on input quality, not on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wrap up. We set out to turn one raw amateur game video into the kind of analytics only</a:t>
            </a:r>
          </a:p>
          <a:p>
            <a:r>
              <a:t>pros get — and we have a working pipeline that does it. We recover every made shot and</a:t>
            </a:r>
          </a:p>
          <a:p>
            <a:r>
              <a:t>reconcile exactly to the final score; we generate a game-flow view, a shot map, team</a:t>
            </a:r>
          </a:p>
          <a:p>
            <a:r>
              <a:t>analytics, interactive player cards and a dozen auto-cut highlights. And we did it honestly:</a:t>
            </a:r>
          </a:p>
          <a:p>
            <a:r>
              <a:t>the system knows what the footage supports and what it doesn't, with a clear path to the full</a:t>
            </a:r>
          </a:p>
          <a:p>
            <a:r>
              <a:t>metric set once the input quality improves. The best part is the live dashboard — I'd love</a:t>
            </a:r>
          </a:p>
          <a:p>
            <a:r>
              <a:t>to show it to you now.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this is open. The complete codebase is on GitHub at the address shown — the full</a:t>
            </a:r>
          </a:p>
          <a:p>
            <a:r>
              <a:t>pipeline, the dashboard generator, the highlight auto-editor, even the generator for these</a:t>
            </a:r>
          </a:p>
          <a:p>
            <a:r>
              <a:t>very slides, plus a README with setup and usage. It's reproducible: clone it, install the</a:t>
            </a:r>
          </a:p>
          <a:p>
            <a:r>
              <a:t>requirements, point it at a video and run. Everything you've seen today came out of that</a:t>
            </a:r>
          </a:p>
          <a:p>
            <a:r>
              <a:t>repository, from one raw video file. Thank you very much — I'm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C553"/>
                </a:solidFill>
                <a:latin typeface="Arial"/>
              </a:rPr>
              <a:t>🏀  BASKETBALL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3317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EF0F4"/>
                </a:solidFill>
                <a:latin typeface="Arial"/>
              </a:rPr>
              <a:t>From raw game video to player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69CAB"/>
                </a:solidFill>
                <a:latin typeface="Arial"/>
              </a:rPr>
              <a:t>Amateur Basketball Player Personal-Data Intelligent Analysis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69CAB"/>
                </a:solidFill>
                <a:latin typeface="Arial"/>
              </a:rPr>
              <a:t>Case study: T3BA Taiwan 3×3 championship final · 720p broadcast footage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100" b="1">
                <a:solidFill>
                  <a:srgbClr val="06210F"/>
                </a:solidFill>
                <a:latin typeface="Arial"/>
              </a:rPr>
              <a:t>PROOF OF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Amateur players fly blind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EF0F4"/>
                </a:solidFill>
                <a:latin typeface="Arial"/>
              </a:rPr>
              <a:t>—  Pro teams have player tracking, shot charts and efficiency metrics. Amateur games have a final score — and nothing else.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EF0F4"/>
                </a:solidFill>
                <a:latin typeface="Arial"/>
              </a:rPr>
              <a:t>—  The data exists in the video: every shot, every position, every player. It's just locked inside raw pixels.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EF0F4"/>
                </a:solidFill>
                <a:latin typeface="Arial"/>
              </a:rPr>
              <a:t>—  Manual tagging is slow, expensive and doesn't scale to weekend games.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828800"/>
            <a:ext cx="4206240" cy="3749039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THE GOAL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969CAB"/>
                </a:solidFill>
                <a:latin typeface="Arial"/>
              </a:rPr>
              <a:t>Input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EEF0F4"/>
                </a:solidFill>
                <a:latin typeface="Arial"/>
              </a:rPr>
              <a:t>One raw game video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969CAB"/>
                </a:solidFill>
                <a:latin typeface="Arial"/>
              </a:rPr>
              <a:t>Output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EEF0F4"/>
                </a:solidFill>
                <a:latin typeface="Arial"/>
              </a:rPr>
              <a:t>Per-player stats · shot maps · auto-highlights · a shareable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One automated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69CAB"/>
                </a:solidFill>
                <a:latin typeface="Arial"/>
              </a:rPr>
              <a:t>Raw .mp4  →  detect  →  identify  →  read the game  →  dashboard, cards &amp;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5DB1"/>
                </a:solidFill>
                <a:latin typeface="Arial"/>
              </a:rPr>
              <a:t>DETECTION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Find the ball, basket &amp; every
player in each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28600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4DA3FF"/>
                </a:solidFill>
                <a:latin typeface="Arial"/>
              </a:rPr>
              <a:t>IDENTITY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Read jersey numbers (OCR)
&amp; track players across 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28600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E0A800"/>
                </a:solidFill>
                <a:latin typeface="Arial"/>
              </a:rPr>
              <a:t>THE GAME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Read the scoreboard to recover
every made shot, value &amp;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3144" y="228600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22C553"/>
                </a:solidFill>
                <a:latin typeface="Arial"/>
              </a:rPr>
              <a:t>OUTPUT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Dashboard, player cards,
shot map &amp; auto-cut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Four functional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5DB1"/>
                </a:solidFill>
                <a:latin typeface="Arial"/>
              </a:rPr>
              <a:t>1 · COURT MODELING &amp; DETECTION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Detect hoop, backboard and players; establish the spatial reference for everything downstream.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91440" cy="1060704"/>
          </a:xfrm>
          <a:prstGeom prst="rect">
            <a:avLst/>
          </a:prstGeom>
          <a:solidFill>
            <a:srgbClr val="FF5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999232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4DA3FF"/>
                </a:solidFill>
                <a:latin typeface="Arial"/>
              </a:rPr>
              <a:t>2 · PLAYER TRACKING &amp; IDENTITY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Jersey-number OCR as the primary ID, tracking to stitch fragments; facial recognition as fallback.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9232"/>
            <a:ext cx="91440" cy="1060704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4169664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E0A800"/>
                </a:solidFill>
                <a:latin typeface="Arial"/>
              </a:rPr>
              <a:t>3 · BEHAVIOR RECOGNITION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Detect shooting events (value + timing) and rebounding; classify inside vs outside the arc.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69664"/>
            <a:ext cx="91440" cy="1060704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5340096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22C553"/>
                </a:solidFill>
                <a:latin typeface="Arial"/>
              </a:rPr>
              <a:t>4 · OUTPUT GENERATION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Shot heat maps, growth curves, auto-edited highlight clips and the analytics dashboard.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40096"/>
            <a:ext cx="91440" cy="106070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The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detect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3100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scene-filter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jersey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444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scoreboard OCR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shot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47788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player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59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highlights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00131" y="1920240"/>
            <a:ext cx="1298448" cy="640080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EEF0F4"/>
                </a:solidFill>
                <a:latin typeface="Arial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2608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EEF0F4"/>
                </a:solidFill>
                <a:latin typeface="Arial"/>
              </a:rPr>
              <a:t>—  Detection — YOLO model (Roboflow-trained, classes: ball / basket / person) running on the full 720p frames.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EEF0F4"/>
                </a:solidFill>
                <a:latin typeface="Arial"/>
              </a:rPr>
              <a:t>—  Scene filter — drops replays &amp; close-ups, keeping the ~81% of frames shot from the main game camera.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EEF0F4"/>
                </a:solidFill>
                <a:latin typeface="Arial"/>
              </a:rPr>
              <a:t>—  Jersey OCR &amp; scoreboard OCR — PaddleOCR on GPU, with per-region crops tuned for tiny on-court numbers.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EEF0F4"/>
                </a:solidFill>
                <a:latin typeface="Arial"/>
              </a:rPr>
              <a:t>—  Highlights — ffmpeg cuts &amp; captions one clip per made shot, then stitches a full reel.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800"/>
                </a:solidFill>
                <a:latin typeface="Arial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In 3×3, the scoreboard IS the ground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486400" cy="3749039"/>
          </a:xfrm>
          <a:prstGeom prst="roundRect">
            <a:avLst>
              <a:gd name="adj" fmla="val 6000"/>
            </a:avLst>
          </a:prstGeom>
          <a:solidFill>
            <a:srgbClr val="1F1A12"/>
          </a:solidFill>
          <a:ln w="12700">
            <a:solidFill>
              <a:srgbClr val="5A3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E0A800"/>
                </a:solidFill>
                <a:latin typeface="Arial"/>
              </a:rPr>
              <a:t>Why detecting makes/misses from the ball is hard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Noisy ball track, occlusions, ad-logo false positives.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E0A800"/>
                </a:solidFill>
                <a:latin typeface="Arial"/>
              </a:rPr>
              <a:t>So we read the scoreboard instead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EEF0F4"/>
                </a:solidFill>
                <a:latin typeface="Arial"/>
              </a:rPr>
              <a:t>+1  =  a make from INSIDE the arc (1 pt)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EEF0F4"/>
                </a:solidFill>
                <a:latin typeface="Arial"/>
              </a:rPr>
              <a:t>+2  =  a make from OUTSIDE the arc (2 pt)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1">
                <a:solidFill>
                  <a:srgbClr val="969CAB"/>
                </a:solidFill>
                <a:latin typeface="Arial"/>
              </a:rPr>
              <a:t>…each with the exact game-clock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303520" cy="3749039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RESULT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2200" b="1" i="0">
                <a:solidFill>
                  <a:srgbClr val="EEF0F4"/>
                </a:solidFill>
                <a:latin typeface="Arial"/>
              </a:rPr>
              <a:t>12 made shots recovered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969CAB"/>
                </a:solidFill>
                <a:latin typeface="Arial"/>
              </a:rPr>
              <a:t>9 × 1-pointer   +   3 × 2-pointer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22C553"/>
                </a:solidFill>
                <a:latin typeface="Arial"/>
              </a:rPr>
              <a:t>Reconciles EXACTLY to the final score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969CAB"/>
                </a:solidFill>
                <a:latin typeface="Arial"/>
              </a:rPr>
              <a:t>Home 11 – 10 Away  (incl. 3–3 pre-footage baseline)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Every shot carries its value and its clock time — far more reliable than guessing makes from the ball.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Game flow, reconstructed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7863840" cy="420624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game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375100"/>
            <a:ext cx="7644383" cy="3022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1080" y="21945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EEF0F4"/>
                </a:solidFill>
                <a:latin typeface="Arial"/>
              </a:rPr>
              <a:t>—  Score progression for both teams, rebuilt purely from scoreboard OCR.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EEF0F4"/>
                </a:solidFill>
                <a:latin typeface="Arial"/>
              </a:rPr>
              <a:t>—  Every dot is a made shot — large = 2-pointer, small = 1-pointer.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EEF0F4"/>
                </a:solidFill>
                <a:latin typeface="Arial"/>
              </a:rPr>
              <a:t>—  Final: Home 11 – 10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Shot-distribution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6949440" cy="429768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shot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07" y="1892808"/>
            <a:ext cx="5389081" cy="40782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920240"/>
            <a:ext cx="3931920" cy="36576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HONEST BY DESIGN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EEF0F4"/>
                </a:solidFill>
                <a:latin typeface="Arial"/>
              </a:rPr>
              <a:t>Zone is real data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Inside vs outside the arc comes straight from the scoreboard (+1 / +2) — exact and per-team.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E0A800"/>
                </a:solidFill>
                <a:latin typeface="Arial"/>
              </a:rPr>
              <a:t>Position within a zone is illustrative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The broadcast camera pans &amp; zooms, so we don't fake pin-point xy — we show the zone the data truly supports.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Team scoring &amp; shot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4937760" cy="420624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shot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76410"/>
            <a:ext cx="4718304" cy="38195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0" y="1920240"/>
            <a:ext cx="5806440" cy="38404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WHAT THE NUMBERS SAY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5DB1"/>
                </a:solidFill>
                <a:latin typeface="Arial"/>
              </a:rPr>
              <a:t>Home  ·  7 makes  =  6×1pt + 1×2pt  →  8 pts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4DA3FF"/>
                </a:solidFill>
                <a:latin typeface="Arial"/>
              </a:rPr>
              <a:t>Away  ·  5 makes  =  3×1pt + 2×2pt  →  7 pts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EEF0F4"/>
                </a:solidFill>
                <a:latin typeface="Arial"/>
              </a:rPr>
              <a:t>Away leaned on the two-point shot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40% of Away's makes were 2-pointers vs only 14% for Home — a real, data-backed difference in shot selection.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 i="1">
                <a:solidFill>
                  <a:srgbClr val="969CAB"/>
                </a:solidFill>
                <a:latin typeface="Arial"/>
              </a:rPr>
              <a:t>(Points scored during the analyzed footage; final score 11–10 adds the 3–3 baseline.)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Player identity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2331720" cy="283464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umb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879" y="1938528"/>
            <a:ext cx="1023816" cy="2615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" y="4297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100" b="1">
                <a:solidFill>
                  <a:srgbClr val="06210F"/>
                </a:solidFill>
                <a:latin typeface="Arial"/>
              </a:rPr>
              <a:t>#5 ·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1528" y="1828800"/>
            <a:ext cx="2331720" cy="283464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umb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174" y="1938528"/>
            <a:ext cx="842426" cy="2615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18688" y="4297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100" b="1">
                <a:solidFill>
                  <a:srgbClr val="06210F"/>
                </a:solidFill>
                <a:latin typeface="Arial"/>
              </a:rPr>
              <a:t>#22 ·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1828800"/>
            <a:ext cx="2331720" cy="283464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humb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023" y="1938528"/>
            <a:ext cx="1363928" cy="261518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733288" y="4297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100" b="1">
                <a:solidFill>
                  <a:srgbClr val="06210F"/>
                </a:solidFill>
                <a:latin typeface="Arial"/>
              </a:rPr>
              <a:t>#12 · 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7" y="1828800"/>
            <a:ext cx="2331720" cy="283464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humb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611" y="1938528"/>
            <a:ext cx="1411953" cy="261518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247888" y="4297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100" b="1">
                <a:solidFill>
                  <a:srgbClr val="06210F"/>
                </a:solidFill>
                <a:latin typeface="Arial"/>
              </a:rPr>
              <a:t>#2 · 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EEF0F4"/>
                </a:solidFill>
                <a:latin typeface="Arial"/>
              </a:rPr>
              <a:t>—  Each player is identified by jersey-number OCR + tracking, with a real thumbnail and a confidence tag.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EEF0F4"/>
                </a:solidFill>
                <a:latin typeface="Arial"/>
              </a:rPr>
              <a:t>—  Court-presence stats we can attribute reliably: time tracked, OCR reads, tracks merged.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22C553"/>
                </a:solidFill>
                <a:latin typeface="Arial"/>
              </a:rPr>
              <a:t>—  In the live dashboard the cards are interactive — click one to reveal its stats.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Auto-generated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2024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14835"/>
            <a:ext cx="2478024" cy="1393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429000" y="192024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2114835"/>
            <a:ext cx="2478024" cy="13938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91072" y="192024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ot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14835"/>
            <a:ext cx="2478024" cy="13938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53144" y="192024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0C0E13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2114835"/>
            <a:ext cx="2478024" cy="1393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40233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EEF0F4"/>
                </a:solidFill>
                <a:latin typeface="Arial"/>
              </a:rPr>
              <a:t>—  One clip per made shot, cut straight from the broadcast using the scoreboard timestamps (6 s before → 3 s after).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EEF0F4"/>
                </a:solidFill>
                <a:latin typeface="Arial"/>
              </a:rPr>
              <a:t>—  Burnt-in, team-coloured captions; 12 clips plus a stitched full-game reel.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22C553"/>
                </a:solidFill>
                <a:latin typeface="Arial"/>
              </a:rPr>
              <a:t>—  Zero manual editing — the data decides where every clip starts and 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800"/>
                </a:solidFill>
                <a:latin typeface="Arial"/>
              </a:rPr>
              <a:t>ENGINEERING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What this footage does NOT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1F1A12"/>
          </a:solidFill>
          <a:ln w="12700">
            <a:solidFill>
              <a:srgbClr val="5A3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E0A800"/>
                </a:solidFill>
                <a:latin typeface="Arial"/>
              </a:rPr>
              <a:t>Pin-point court coordinates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EEF0F4"/>
                </a:solidFill>
                <a:latin typeface="Arial"/>
              </a:rPr>
              <a:t>The broadcast camera pans &amp; zooms continuously — there is no single court-to-image mapping, so no true heat map. We report shots by zone instead.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871215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1F1A12"/>
          </a:solidFill>
          <a:ln w="12700">
            <a:solidFill>
              <a:srgbClr val="5A3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E0A800"/>
                </a:solidFill>
                <a:latin typeface="Arial"/>
              </a:rPr>
              <a:t>Per-player shot attribution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EEF0F4"/>
                </a:solidFill>
                <a:latin typeface="Arial"/>
              </a:rPr>
              <a:t>Tying each make to a jersey needs a clean ball-to-rim track AND a correct number read; validation showed neither holds reliably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913631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1F1A12"/>
          </a:solidFill>
          <a:ln w="12700">
            <a:solidFill>
              <a:srgbClr val="5A3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E0A800"/>
                </a:solidFill>
                <a:latin typeface="Arial"/>
              </a:rPr>
              <a:t>Exact jersey numbers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EEF0F4"/>
                </a:solidFill>
                <a:latin typeface="Arial"/>
              </a:rPr>
              <a:t>Numbers are only ~20 px tall — resolution-capped. We present the roster as 'numbers seen', weighted by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956047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1F1A12"/>
          </a:solidFill>
          <a:ln w="12700">
            <a:solidFill>
              <a:srgbClr val="5A3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E0A800"/>
                </a:solidFill>
                <a:latin typeface="Arial"/>
              </a:rPr>
              <a:t>Field-goal % / eFG%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EEF0F4"/>
                </a:solidFill>
                <a:latin typeface="Arial"/>
              </a:rPr>
              <a:t>Needs missed attempts; misses aren't detected reliably, so we report made-shot distribution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What better input unlocks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486400" cy="3749039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TWO INDEPENDENT NEEDS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EEF0F4"/>
                </a:solidFill>
                <a:latin typeface="Arial"/>
              </a:rPr>
              <a:t>1 · Higher-resolution source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969CAB"/>
                </a:solidFill>
                <a:latin typeface="Arial"/>
              </a:rPr>
              <a:t>→ reliable jersey numbers (player identity).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EEF0F4"/>
                </a:solidFill>
                <a:latin typeface="Arial"/>
              </a:rPr>
              <a:t>2 · A fixed, calibrated court camera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969CAB"/>
                </a:solidFill>
                <a:latin typeface="Arial"/>
              </a:rPr>
              <a:t>→ true shot positions, heat maps &amp; per-player attribution.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22C553"/>
                </a:solidFill>
                <a:latin typeface="Arial"/>
              </a:rPr>
              <a:t>These are separate problems — resolution alone does not unlock the court-space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303520" cy="3749039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THEN THE FULL PRD METRICS OPEN UP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6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• True shot-distribution map (real x,y)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• Effective Field-Goal %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• Rebound Control Rate (ORB / DRB)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• Catch &amp; Shoot vs Off-the-Dribble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EF0F4"/>
                </a:solidFill>
                <a:latin typeface="Arial"/>
              </a:rPr>
              <a:t>• Per-game growth curves (multi-game)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1">
                <a:solidFill>
                  <a:srgbClr val="969CAB"/>
                </a:solidFill>
                <a:latin typeface="Arial"/>
              </a:rPr>
              <a:t>The pipeline is already built to produce these — it's gated on input quality, not on the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C553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7830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EF0F4"/>
                </a:solidFill>
                <a:latin typeface="Arial"/>
              </a:rPr>
              <a:t>A working pipeline that turns raw 3×3 footage
into a shareable analytics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0">
                <a:solidFill>
                  <a:srgbClr val="EEF0F4"/>
                </a:solidFill>
                <a:latin typeface="Arial"/>
              </a:rPr>
              <a:t>—  12 made shots recovered, reconciled exactly to the final score.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0">
                <a:solidFill>
                  <a:srgbClr val="EEF0F4"/>
                </a:solidFill>
                <a:latin typeface="Arial"/>
              </a:rPr>
              <a:t>—  Game-flow, shot map, team analytics, player cards &amp; 12 auto-cut highlights.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0">
                <a:solidFill>
                  <a:srgbClr val="EEF0F4"/>
                </a:solidFill>
                <a:latin typeface="Arial"/>
              </a:rPr>
              <a:t>—  Honest about its limits, with a clear path to the full metric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C553"/>
                </a:solidFill>
                <a:latin typeface="Arial"/>
              </a:rPr>
              <a:t>Live demo:  runs720/dashboard.html   ·  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3"/>
                </a:solidFill>
                <a:latin typeface="Arial"/>
              </a:rPr>
              <a:t>OPEN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EF0F4"/>
                </a:solidFill>
                <a:latin typeface="Arial"/>
              </a:rPr>
              <a:t>Code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66928" cy="54864"/>
          </a:xfrm>
          <a:prstGeom prst="rect">
            <a:avLst/>
          </a:prstGeom>
          <a:solidFill>
            <a:srgbClr val="22C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6766560" cy="3749039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REPOSITORY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EEF0F4"/>
                </a:solidFill>
                <a:latin typeface="Arial"/>
              </a:rPr>
              <a:t>github.com/marcoveron/basketball-ai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969CAB"/>
                </a:solidFill>
                <a:latin typeface="Arial"/>
              </a:rPr>
              <a:t>What's inside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• Full pipeline source (detection → identity → analysis → output)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• Interactive HTML dashboard generator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• Highlight auto-editor + this presentation generator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• README with setup &amp; usage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22C553"/>
                </a:solidFill>
                <a:latin typeface="Arial"/>
              </a:rPr>
              <a:t>MIT-style, reproducible — clone, install,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828800"/>
            <a:ext cx="4114800" cy="3749039"/>
          </a:xfrm>
          <a:prstGeom prst="roundRect">
            <a:avLst>
              <a:gd name="adj" fmla="val 6000"/>
            </a:avLst>
          </a:prstGeom>
          <a:solidFill>
            <a:srgbClr val="12171F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22C553"/>
                </a:solidFill>
                <a:latin typeface="Arial"/>
              </a:rPr>
              <a:t>RUN IT YOURSELF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EEF0F4"/>
                </a:solidFill>
                <a:latin typeface="Arial"/>
              </a:rPr>
              <a:t>pip install -r requirements.txt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969CAB"/>
                </a:solidFill>
                <a:latin typeface="Arial"/>
              </a:rPr>
              <a:t>python -m src.output.build_dashboard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969CAB"/>
                </a:solidFill>
                <a:latin typeface="Arial"/>
              </a:rPr>
              <a:t>python -m src.output.build_deck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EEF0F4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969CAB"/>
                </a:solidFill>
                <a:latin typeface="Arial"/>
              </a:rPr>
              <a:t>Built with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EEF0F4"/>
                </a:solidFill>
                <a:latin typeface="Arial"/>
              </a:rPr>
              <a:t>Python · YOLO (Ultralytics) · PaddleOCR · OpenCV · pandas · matplotlib · ffmpeg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C553"/>
                </a:solidFill>
                <a:latin typeface="Arial"/>
              </a:rPr>
              <a:t>Thank you — questions welcome.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Basketball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9CAB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